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Rules Integration – Purchasing AI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Objective</a:t>
            </a:r>
          </a:p>
          <a:p>
            <a:r>
              <a:t>• Build a policy-aware Purchasing AI Assistant for consistent, compliant decisions.</a:t>
            </a:r>
          </a:p>
          <a:p/>
          <a:p>
            <a:r>
              <a:t>2. Why Policy Rules Matter</a:t>
            </a:r>
          </a:p>
          <a:p>
            <a:r>
              <a:t>• Approval limits, vendor checks, and restricted items require deterministic logic.</a:t>
            </a:r>
          </a:p>
          <a:p>
            <a:r>
              <a:t>• Cannot rely solely on RAG/LLMs for compliance.</a:t>
            </a:r>
          </a:p>
          <a:p/>
          <a:p>
            <a:r>
              <a:t>3. Two-Layer Architecture</a:t>
            </a:r>
          </a:p>
          <a:p>
            <a:r>
              <a:t>• Policy Brain: Structured Rules Store + RAG Index.</a:t>
            </a:r>
          </a:p>
          <a:p>
            <a:r>
              <a:t>• Multi-Agent System: Context Parser, Policy Rules Agent, RAG Agent, Compliance Agent.</a:t>
            </a:r>
          </a:p>
          <a:p/>
          <a:p>
            <a:r>
              <a:t>4. Policy Rules Agent Functions</a:t>
            </a:r>
          </a:p>
          <a:p>
            <a:r>
              <a:t>• getApprovalLimit(), isVendorApproved(), getRestrictedItems().</a:t>
            </a:r>
          </a:p>
          <a:p>
            <a:r>
              <a:t>• Applies hierarchy: Global &lt; Region &lt; Country &lt; Plant.</a:t>
            </a:r>
          </a:p>
          <a:p/>
          <a:p>
            <a:r>
              <a:t>5. Benefits</a:t>
            </a:r>
          </a:p>
          <a:p>
            <a:r>
              <a:t>• Faster decisions, consistent compliance, explainable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